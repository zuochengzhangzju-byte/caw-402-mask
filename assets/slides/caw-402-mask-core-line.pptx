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ddcc07b1f44c2d" /><Relationship Type="http://schemas.openxmlformats.org/officeDocument/2006/relationships/extended-properties" Target="/docProps/app.xml" Id="R6256994cde7144bb" /><Relationship Type="http://schemas.openxmlformats.org/officeDocument/2006/relationships/officeDocument" Target="/ppt/presentation.xml" Id="R9ffb9f51ca194a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4770ca84674d1c"/>
  </p:sldMasterIdLst>
  <p:notesMasterIdLst>
    <p:notesMasterId xmlns:r="http://schemas.openxmlformats.org/officeDocument/2006/relationships" r:id="R516735f0d95c4ad2"/>
  </p:notesMasterIdLst>
  <p:sldIdLst>
    <p:sldId xmlns:r="http://schemas.openxmlformats.org/officeDocument/2006/relationships" id="256" r:id="Re144fde4de534f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9ab973c8bf4dff" /><Relationship Type="http://schemas.openxmlformats.org/officeDocument/2006/relationships/slideMaster" Target="/ppt/slideMasters/slideMaster1.xml" Id="Rb54770ca84674d1c" /><Relationship Type="http://schemas.openxmlformats.org/officeDocument/2006/relationships/notesMaster" Target="/ppt/notesMasters/notesMaster1.xml" Id="R516735f0d95c4ad2" /><Relationship Type="http://schemas.openxmlformats.org/officeDocument/2006/relationships/presProps" Target="/ppt/presProps.xml" Id="R785a58fe4cb74a67" /><Relationship Type="http://schemas.openxmlformats.org/officeDocument/2006/relationships/viewProps" Target="/ppt/viewProps.xml" Id="R1fc5c4b1bd3c4ad7" /><Relationship Type="http://schemas.openxmlformats.org/officeDocument/2006/relationships/tableStyles" Target="/ppt/tableStyles.xml" Id="R3799891efa074fd1" /><Relationship Type="http://schemas.openxmlformats.org/officeDocument/2006/relationships/slide" Target="/ppt/slides/slide1.xml" Id="Re144fde4de534f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d9ca83c91a40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ed28af4c2b424f" /><Relationship Type="http://schemas.openxmlformats.org/officeDocument/2006/relationships/notesMaster" Target="/ppt/notesMasters/notesMaster1.xml" Id="R6d7cb186535040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20496fcdc34b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b2bf2886da4751" /><Relationship Type="http://schemas.openxmlformats.org/officeDocument/2006/relationships/slideLayout" Target="/ppt/slideLayouts/slideLayout1.xml" Id="R6f19aab3a5f54e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19aab3a5f54e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56e0649f442c3" /><Relationship Type="http://schemas.openxmlformats.org/officeDocument/2006/relationships/notesSlide" Target="/ppt/notesSlides/notesSlide1.xml" Id="R4ff554f5ae75461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ADEAE3-14FA-4D78-AA39-A517703B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6"/>
          </a:solidFill>
          <a:ln xmlns:a="http://schemas.openxmlformats.org/drawingml/2006/main" w="0">
            <a:solidFill>
              <a:srgbClr val="05070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CDE1B-D413-4182-BDD6-54DF41D8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AA7B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9AA7B2"/>
                </a:solidFill>
                <a:latin typeface="Aptos"/>
                <a:ea typeface="Aptos"/>
                <a:cs typeface="Aptos"/>
              </a:rPr>
              <a:t>CAW-402 Mask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B28C4-BA33-46F0-A7F1-417BA94A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E58C"/>
          </a:solidFill>
          <a:ln xmlns:a="http://schemas.openxmlformats.org/drawingml/2006/main" w="0">
            <a:solidFill>
              <a:srgbClr val="19E58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EFE1C-B7A9-432A-AF46-243A2BF6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9906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Small CAW-authorized budgets are</a:t>
            </a:r>
          </a:p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working capital for agent purchases.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E54F3-A8B8-49B5-B6F8-2FAEEF27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AA7B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9AA7B2"/>
                </a:solidFill>
                <a:latin typeface="Aptos"/>
                <a:ea typeface="Aptos"/>
                <a:cs typeface="Aptos"/>
              </a:rPr>
              <a:t>Spend privately on allowed x402 services. Hold residual funds in the note.</a:t>
            </a:r>
          </a:p>
          <a:p xmlns:a="http://schemas.openxmlformats.org/drawingml/2006/main">
            <a:pPr algn="l">
              <a:defRPr sz="1725" b="0">
                <a:solidFill>
                  <a:srgbClr val="9AA7B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9AA7B2"/>
                </a:solidFill>
                <a:latin typeface="Aptos"/>
                <a:ea typeface="Aptos"/>
                <a:cs typeface="Aptos"/>
              </a:rPr>
              <a:t>Return to CAW only as explicit reconciliation, with a public-link warning.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A55F0-BCA8-47DE-959D-38CAB082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704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E58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E58C"/>
                </a:solidFill>
                <a:latin typeface="Aptos"/>
                <a:ea typeface="Aptos"/>
                <a:cs typeface="Aptos"/>
              </a:rPr>
              <a:t>CAW policy + x402 delivery + privacy-aware adapter</a:t>
            </a:r>
          </a:p>
        </p:txBody>
      </p:sp>
    </p:spTree>
    <p:extLst>
      <p:ext uri="{BB962C8B-B14F-4D97-AF65-F5344CB8AC3E}">
        <p14:creationId xmlns:p14="http://schemas.microsoft.com/office/powerpoint/2010/main" val="14787124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2026-06-13T02:05:03.4090000Z</dcterms:created>
  <dcterms:modified xsi:type="dcterms:W3CDTF">2026-06-13T02:05:03.4090000Z</dcterms:modified>
</coreProperties>
</file>