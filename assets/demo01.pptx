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80" d="100"/>
          <a:sy n="80" d="100"/>
        </p:scale>
        <p:origin x="114" y="6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142B5-C9C1-E286-EC72-08B69D37DC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103750-F6CD-7DDA-AC69-6C55189EE5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7048E-3BF2-34EA-A601-A0D2FD5EF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86DC8-91FC-4449-98A1-8BEE049F8D5A}" type="datetimeFigureOut">
              <a:rPr lang="en-HK" smtClean="0"/>
              <a:t>10/6/2026</a:t>
            </a:fld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D90228-776D-9E03-05BA-D4F8D05B5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975540-CC84-27A5-B239-6189301C2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E29C-191C-4EAA-99B4-61C4C190601F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4429397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7C756-CB96-B4C9-054E-6E02488CC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12C2B-176B-715A-4266-E858993E27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96D753-A4AA-0959-940F-08B43DE7F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86DC8-91FC-4449-98A1-8BEE049F8D5A}" type="datetimeFigureOut">
              <a:rPr lang="en-HK" smtClean="0"/>
              <a:t>10/6/2026</a:t>
            </a:fld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921E52-F256-4631-A910-43C848BD5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C0838-1074-4FFD-83F7-6DF84AD67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E29C-191C-4EAA-99B4-61C4C190601F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797721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FC68E-3D93-111D-F2F9-F6A9A78F2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959D92-106A-72A3-2AC4-9F111E5703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A7E56A-E9BE-2E42-59A3-E526EBC91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86DC8-91FC-4449-98A1-8BEE049F8D5A}" type="datetimeFigureOut">
              <a:rPr lang="en-HK" smtClean="0"/>
              <a:t>10/6/2026</a:t>
            </a:fld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B881A3-99C8-425A-E04D-60F20C511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F29F9B-6280-50B8-6BDF-5C8941E57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E29C-191C-4EAA-99B4-61C4C190601F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5871040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A9A78-80FE-4A9F-117B-6B37862C0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C9CE9B-368F-F90D-2947-F7C28E21E2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956FA6-856B-EC1C-FA09-B804588571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FD84FA-C4FD-2EE8-4402-008BEE749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86DC8-91FC-4449-98A1-8BEE049F8D5A}" type="datetimeFigureOut">
              <a:rPr lang="en-HK" smtClean="0"/>
              <a:t>10/6/2026</a:t>
            </a:fld>
            <a:endParaRPr lang="en-H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8E8ED4-AAFC-BD5B-C61E-6E859ED01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59CBEC-2B9C-E22C-3FF2-6EAB6B12F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E29C-191C-4EAA-99B4-61C4C190601F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5433731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97804-DE4F-929C-7CCB-9F395F655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25395B-C5A5-9C7C-186A-020D6D88BF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17924B-65E3-F62F-90C8-912DC08B59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6BC524-4318-F9B6-97D2-D8B619D124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11B131-E231-36EB-A3D7-BDE35655DF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274F9B-9996-0596-FA70-D678C33ED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86DC8-91FC-4449-98A1-8BEE049F8D5A}" type="datetimeFigureOut">
              <a:rPr lang="en-HK" smtClean="0"/>
              <a:t>10/6/2026</a:t>
            </a:fld>
            <a:endParaRPr lang="en-H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272DEE-38E9-41CB-7B45-5B0583FF2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D71D3D-1BAD-8D36-B396-C5433BB16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E29C-191C-4EAA-99B4-61C4C190601F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4142567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5F244-AEDD-986E-611C-632CE461C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91CAC4-321F-E9C2-84C2-9543152E7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86DC8-91FC-4449-98A1-8BEE049F8D5A}" type="datetimeFigureOut">
              <a:rPr lang="en-HK" smtClean="0"/>
              <a:t>10/6/2026</a:t>
            </a:fld>
            <a:endParaRPr lang="en-H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12B7E7-83D0-0EB3-94C0-DC0C91EEA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DA45A2-1B36-CE90-C45F-4FA0CBA02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E29C-191C-4EAA-99B4-61C4C190601F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00848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802E65-213B-1661-5B06-94E698263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86DC8-91FC-4449-98A1-8BEE049F8D5A}" type="datetimeFigureOut">
              <a:rPr lang="en-HK" smtClean="0"/>
              <a:t>10/6/2026</a:t>
            </a:fld>
            <a:endParaRPr lang="en-H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8D790B-0297-54E8-B439-9145880E2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C0BA35-1B50-CFD2-EFA0-904632F1D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E29C-191C-4EAA-99B4-61C4C190601F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0907031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CBB2A-425F-803F-565A-291D0B90C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878BB3-A96C-C575-0D4E-22EF438C99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7EBE5A-2B08-2681-6045-ACB9DB3240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8ED109-5F3E-945C-010B-CA4868A1C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86DC8-91FC-4449-98A1-8BEE049F8D5A}" type="datetimeFigureOut">
              <a:rPr lang="en-HK" smtClean="0"/>
              <a:t>10/6/2026</a:t>
            </a:fld>
            <a:endParaRPr lang="en-H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B5BFB5-D064-9210-19E2-0B967CE06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D925B7-34A2-B555-69C3-7C9ECB31D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E29C-191C-4EAA-99B4-61C4C190601F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40089220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4BF18-AC8C-6372-6AF1-866A09E69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68916D-04CE-BF6C-5E43-FB4EC5A315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H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EC7FAF-DEAB-B176-9816-28BE9B5CA7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5E0B5C-E0AB-EFDF-04B9-4CA444253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86DC8-91FC-4449-98A1-8BEE049F8D5A}" type="datetimeFigureOut">
              <a:rPr lang="en-HK" smtClean="0"/>
              <a:t>10/6/2026</a:t>
            </a:fld>
            <a:endParaRPr lang="en-H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695EB7-68EA-CBBD-07D6-D6F09DA03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69598F-16FB-6B24-FEBF-5F8A6C8FC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E29C-191C-4EAA-99B4-61C4C190601F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5535825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7DF50-DEE2-3229-312B-1A8FD03B6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60DCA2-3570-EC63-C126-DBB2124387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CB6DFB-3AE1-2F97-F387-B883DDDC1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86DC8-91FC-4449-98A1-8BEE049F8D5A}" type="datetimeFigureOut">
              <a:rPr lang="en-HK" smtClean="0"/>
              <a:t>10/6/2026</a:t>
            </a:fld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30B757-F44C-1323-9E47-F0879E6DF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525F80-3B4F-7172-4B2E-FBFE31EC6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E29C-191C-4EAA-99B4-61C4C190601F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57659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C1B8A1-7966-DC0D-DE90-B8C45DFDBF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1ADF48-08BE-FB1F-EE3A-EF7CEFBB7E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5CC588-AC51-93D0-D96F-2016B08F4A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86DC8-91FC-4449-98A1-8BEE049F8D5A}" type="datetimeFigureOut">
              <a:rPr lang="en-HK" smtClean="0"/>
              <a:t>10/6/2026</a:t>
            </a:fld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9AD36C-1FCD-29D8-45DE-AACDD59E4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A4D3DF-705C-E5E0-4051-25F998F63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E29C-191C-4EAA-99B4-61C4C190601F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641582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F915E5-448C-09F4-E192-A462A5232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69C0E0-C26A-F825-7CA2-19E6B73F0C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FBC24A-0BA8-4F05-0E94-ADBD65FE1C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686DC8-91FC-4449-98A1-8BEE049F8D5A}" type="datetimeFigureOut">
              <a:rPr lang="en-HK" smtClean="0"/>
              <a:t>10/6/2026</a:t>
            </a:fld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A44BBE-1B3B-A879-DDB8-75FD7F13A4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989A43-42A8-4AEC-15FB-B4B9AA81E6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44E29C-191C-4EAA-99B4-61C4C190601F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035680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B1672-D49E-0548-D87F-8989D8B4551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6765B3-9DFD-1518-5D4B-4E8C719B1D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8686655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89512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25960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E6EF181-5A24-58BE-D657-3090DA6506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6137" y="0"/>
            <a:ext cx="9651654" cy="6449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4482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ZHANG Zuocheng</dc:creator>
  <cp:lastModifiedBy>ZHANG Zuocheng</cp:lastModifiedBy>
  <cp:revision>1</cp:revision>
  <dcterms:created xsi:type="dcterms:W3CDTF">2026-06-10T11:59:18Z</dcterms:created>
  <dcterms:modified xsi:type="dcterms:W3CDTF">2026-06-10T13:08:12Z</dcterms:modified>
</cp:coreProperties>
</file>